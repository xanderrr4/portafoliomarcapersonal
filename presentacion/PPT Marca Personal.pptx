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C9992C"/>
          </a:solidFill>
          <a:ln/>
        </p:spPr>
      </p:sp>
      <p:sp>
        <p:nvSpPr>
          <p:cNvPr id="3" name="Shape 1"/>
          <p:cNvSpPr/>
          <p:nvPr/>
        </p:nvSpPr>
        <p:spPr>
          <a:xfrm>
            <a:off x="8549640" y="0"/>
            <a:ext cx="228600" cy="6858000"/>
          </a:xfrm>
          <a:prstGeom prst="rect">
            <a:avLst/>
          </a:prstGeom>
          <a:solidFill>
            <a:srgbClr val="2B3785"/>
          </a:solidFill>
          <a:ln/>
        </p:spPr>
      </p:sp>
      <p:pic>
        <p:nvPicPr>
          <p:cNvPr id="4" name="Image 0" descr="/home/claude/icons/watermar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60604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417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 PANAMÁ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65960"/>
            <a:ext cx="7772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personal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profesional en la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digital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Colaborativos  ·  Proyecto No.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6517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Integrantes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703320" y="4114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630936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931920" y="630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557784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 Calderón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94183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I — Marca personal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1618488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1837944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18379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76479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Sánchez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14884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II — Portafolio GitHub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703320" y="2825496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3044952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31920" y="3044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297180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Michelle Duque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335584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III — Canva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03320" y="4032504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4251960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31920" y="4251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178808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Henríquez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562856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III — Novoresume y LinkedIn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703320" y="5239512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31920" y="5458968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931920" y="5458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5385816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Edgardo Maxwell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5769864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III — VisualCV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proyecto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importancia de la marca personal profesional en la era digital.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Destacar el valor individual y construir una reputación sólida en medios digitales.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oportunidades laborales, comerciales y de networking a través de un portafolio y un CV digital.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C999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60120" cy="960120"/>
          </a:xfrm>
          <a:prstGeom prst="ellipse">
            <a:avLst/>
          </a:prstGeom>
          <a:solidFill>
            <a:srgbClr val="2B3785"/>
          </a:solidFill>
          <a:ln/>
        </p:spPr>
      </p:sp>
      <p:pic>
        <p:nvPicPr>
          <p:cNvPr id="5" name="Image 0" descr="/home/claude/icons/team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6276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10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1663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reclutadores revisa la presencia digital de un candidato antes de contactarlo (Jobvite Recruiting Benchmark Report, 2023).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C9992C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2331720"/>
            <a:ext cx="1828800" cy="1828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4" name="Image 0" descr="/home/claude/icons/chap1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88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514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9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20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 Personal Profesional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Era Digital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2234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223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DAYANA CALDERÓN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marca personal profesional?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chap1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percepción que otros construyen sobre una persona a partir de cómo comunica su identidad, valores y trayectoria.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era digital se proyecta sobre todo a través de plataformas en línea: redes profesionales, portafolios, blogs y repositorios.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visible, medible y accesible para cualquiera con conexión a internet.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2234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223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DAYANA CALDERÓN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implica la marca personal?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4F5FB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0052" y="2286000"/>
            <a:ext cx="731520" cy="7315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40052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148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Autenticidad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3057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quién es realmente la persona, sin proyectar una imagen artificial.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7304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28716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20184" y="3200400"/>
            <a:ext cx="3148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3840480"/>
            <a:ext cx="3057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uniforme entre plataformas: LinkedIn, GitHub, portafolio, redes sociales.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4F5FB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17380" y="2286000"/>
            <a:ext cx="731520" cy="7315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173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08848" y="3200400"/>
            <a:ext cx="3148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activa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54568" y="3840480"/>
            <a:ext cx="3057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constante de la reputación digital, no un perfil estático.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2234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223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 · DAYANA CALDERÓN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de la marca personal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chap1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a la persona en un mercado laboral cada vez más competitivo.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confianza y credibilidad antes del primer contacto.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networking y abre oportunidades laborales y de colaboración.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C9992C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2331720"/>
            <a:ext cx="1828800" cy="1828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4" name="Image 0" descr="/home/claude/icons/chap2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88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514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9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20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Profesional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en GitHub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2359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235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· ELÍAS SÁNCHEZ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portafolio profesional digital?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chap2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Recopilación organizada y accesible en línea de proyectos, habilidades, logros y experiencia.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evidencia tangible del trabajo: código, documentos, capturas y enlaces a proyectos reales.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diferencia del CV tradicional porque demuestra, en vez de solo enumerar.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2359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235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· ELÍAS SÁNCHEZ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y contenido del portafolio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chap2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de forma práctica lo que la persona afirma saber hacer.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 la reputación profesional y facilita el networking.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incluir: proyectos, certificaciones, contribuciones open source y README personal.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2359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235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· ELÍAS SÁNCHEZ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GitHub: generalidades y buenas prácticas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4F5FB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0052" y="2286000"/>
            <a:ext cx="731520" cy="7315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40052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3148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organizados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3057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claros y estructura consistente para cada proyecto.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7304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28716" y="2286000"/>
            <a:ext cx="731520" cy="7315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28716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520184" y="3200400"/>
            <a:ext cx="3148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descriptivo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65904" y="3840480"/>
            <a:ext cx="3057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qué hace el proyecto, cómo usarlo y con qué tecnologías.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4F5FB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17380" y="2286000"/>
            <a:ext cx="731520" cy="7315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173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08848" y="3200400"/>
            <a:ext cx="31485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constante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54568" y="3840480"/>
            <a:ext cx="305714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regulares y un "Profile README" como carta de presentación.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2359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235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 · ELÍAS SÁNCHEZ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del equipo en GitHub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48156" y="1645920"/>
            <a:ext cx="9692640" cy="4653955"/>
          </a:xfrm>
          <a:prstGeom prst="roundRect">
            <a:avLst>
              <a:gd name="adj" fmla="val 1965"/>
            </a:avLst>
          </a:prstGeom>
          <a:solidFill>
            <a:srgbClr val="F4F5FB"/>
          </a:solidFill>
          <a:ln/>
        </p:spPr>
      </p:sp>
      <p:pic>
        <p:nvPicPr>
          <p:cNvPr id="6" name="Image 0" descr="/home/claude/cvs/github_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783080"/>
            <a:ext cx="9326880" cy="4379635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822960" y="6391315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"PortafolioMarcaPersonal": carpetas cv-digital, documento, evidencias y presentación, con README principal.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C9992C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2331720"/>
            <a:ext cx="1828800" cy="18288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4" name="Image 0" descr="/home/claude/icons/chap3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788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514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9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204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para crear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CV digital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2110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21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MICHELLE DUQUE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para crear un CV digital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chap3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en línea para diseñar, editar y compartir un CV de forma visual e interactiva.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Ofrecen plantillas prediseñadas y exportación en distintos formatos (PDF, enlace web).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Refuerzan visualmente la marca personal del candidato.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2110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21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MICHELLE DUQUE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canva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diseño con plantillas de CV totalmente personalizables (colores, fuentes, iconos).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arrastrar y soltar, sin experiencia previa en diseño.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mantener coherencia visual con otras piezas de marca personal.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21101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21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MICHELLE DUQUE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del equipo en Canva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114800" cy="4800600"/>
          </a:xfrm>
          <a:prstGeom prst="roundRect">
            <a:avLst>
              <a:gd name="adj" fmla="val 2667"/>
            </a:avLst>
          </a:prstGeom>
          <a:solidFill>
            <a:srgbClr val="F4F5FB"/>
          </a:solidFill>
          <a:ln/>
        </p:spPr>
      </p:sp>
      <p:pic>
        <p:nvPicPr>
          <p:cNvPr id="6" name="Image 0" descr="/home/claude/cvs/cv_can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371" y="1965960"/>
            <a:ext cx="3225338" cy="44348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120640" y="18745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de dos columnas con la identidad de color del equipo.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20640" y="292608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20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8620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de color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2278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Contacto, habilidades con barras de nivel e idiomas, separados visualmente.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20640" y="411480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20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40507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con iniciales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441655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miembro aparece con su rol dentro del proyecto.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120640" y="530352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206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52395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destacar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56052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personalidad y coherencia con la marca del equipo.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1985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19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EDGARDO MAXWELL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VisualCV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visualcv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orientada a la estructura profesional del CV.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mantener varias versiones del currículum para distintas postulaciones.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seguimiento de estadísticas cuando el CV se comparte como enlace.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1985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19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EDGARDO MAXWELL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del equipo en VisualCV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114800" cy="4800600"/>
          </a:xfrm>
          <a:prstGeom prst="roundRect">
            <a:avLst>
              <a:gd name="adj" fmla="val 2667"/>
            </a:avLst>
          </a:prstGeom>
          <a:solidFill>
            <a:srgbClr val="F4F5FB"/>
          </a:solidFill>
          <a:ln/>
        </p:spPr>
      </p:sp>
      <p:pic>
        <p:nvPicPr>
          <p:cNvPr id="6" name="Image 0" descr="/home/claude/cvs/cv_visual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371" y="1965960"/>
            <a:ext cx="3225338" cy="44348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120640" y="18745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estructurado por secciones, con etiquetas a la izquierda y contenido a la derecha.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20640" y="292608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20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8620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clara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2278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Perfil, formación, proyectos, habilidades e integrantes en orden lógico.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20640" y="411480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20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40507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con fecha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441655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del equipo aparece fechado y descrito brevemente.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120640" y="530352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206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52395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adaptar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56052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pueden guardar varias versiones según la vacante.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1985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19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OSCAR HENRÍQUEZ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Novoresume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novoresum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 la optimización para sistemas ATS (seguimiento de candidatos).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guiado que sugiere buenas prácticas de redacción.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modernas con vista previa en tiempo real.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1985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19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OSCAR HENRÍQUEZ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del equipo en Novoresume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114800" cy="4800600"/>
          </a:xfrm>
          <a:prstGeom prst="roundRect">
            <a:avLst>
              <a:gd name="adj" fmla="val 2667"/>
            </a:avLst>
          </a:prstGeom>
          <a:solidFill>
            <a:srgbClr val="F4F5FB"/>
          </a:solidFill>
          <a:ln/>
        </p:spPr>
      </p:sp>
      <p:pic>
        <p:nvPicPr>
          <p:cNvPr id="6" name="Image 0" descr="/home/claude/cvs/cv_novores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371" y="1965960"/>
            <a:ext cx="3225338" cy="44348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120640" y="18745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una sola columna, pensado para pasar filtros automáticos (ATS).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20640" y="292608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12064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28620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columna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22783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tablas ni gráficos que confundan a los sistemas ATS.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20640" y="411480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206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40507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estándar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441655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educación, proyectos y habilidades con títulos reconocibles.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120640" y="530352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120640" y="5303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52395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clave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56052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del sector como redes, seguridad y GitHub, fáciles de detectar.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19856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19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OSCAR HENRÍQUEZ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921240" y="1783080"/>
            <a:ext cx="1691640" cy="1691640"/>
          </a:xfrm>
          <a:prstGeom prst="roundRect">
            <a:avLst>
              <a:gd name="adj" fmla="val 75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pic>
        <p:nvPicPr>
          <p:cNvPr id="6" name="Image 0" descr="/home/claude/icons/linkedi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148840"/>
            <a:ext cx="960120" cy="960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1965960"/>
            <a:ext cx="8686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una extensión viva del currículum: recomendaciones, proyectos y actividad constante.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perfil optimizado (foto, titular, resumen, palabras clave) mejora la visibilidad ante reclutadores.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optimizó su perfil como complemento a las demás versiones del CV.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024835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0248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III · COMPARACIÓN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herramienta usar?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3840480"/>
          </a:xfrm>
          <a:prstGeom prst="roundRect">
            <a:avLst>
              <a:gd name="adj" fmla="val 3597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21992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pic>
        <p:nvPicPr>
          <p:cNvPr id="7" name="Image 0" descr="/home/claude/icons/canva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40864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92608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832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y personalización total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3891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perfiles creativos que buscan un CV visualmente distintivo.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965960"/>
            <a:ext cx="2542032" cy="384048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93008" y="2221992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pic>
        <p:nvPicPr>
          <p:cNvPr id="13" name="Image 1" descr="/home/claude/icons/visualcv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3408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292608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VisualCV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3832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D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múltiples versiones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43891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búsqueda de empleo activa con varias postulaciones simultáneas.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035040" y="1965960"/>
            <a:ext cx="2542032" cy="3840480"/>
          </a:xfrm>
          <a:prstGeom prst="roundRect">
            <a:avLst>
              <a:gd name="adj" fmla="val 3597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36208" y="2221992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pic>
        <p:nvPicPr>
          <p:cNvPr id="19" name="Image 2" descr="/home/claude/icons/novoresume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4086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17920" y="292608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Novoresume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33832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para sistemas ATS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43891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aplicaciones a empresas con filtros automatizados.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778240" y="1965960"/>
            <a:ext cx="2542032" cy="3840480"/>
          </a:xfrm>
          <a:prstGeom prst="roundRect">
            <a:avLst>
              <a:gd name="adj" fmla="val 35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979408" y="2221992"/>
            <a:ext cx="566928" cy="566928"/>
          </a:xfrm>
          <a:prstGeom prst="ellipse">
            <a:avLst/>
          </a:prstGeom>
          <a:solidFill>
            <a:srgbClr val="C9992C"/>
          </a:solidFill>
          <a:ln/>
        </p:spPr>
      </p:sp>
      <p:pic>
        <p:nvPicPr>
          <p:cNvPr id="25" name="Image 3" descr="/home/claude/icons/linkedin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34086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961120" y="2926080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961120" y="3383280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D9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profesional y presencia continua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961120" y="4389120"/>
            <a:ext cx="217627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networking y visibilidad constante ante reclutadores.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1828800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64208" y="16916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Dayana Calderón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169164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personal es hoy una herramienta estratégica que nos precede ante reclutadores y colaboradores.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24328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87552" y="2761488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262432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Sánchez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624328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el trabajo en un portafolio claro (GitHub) comunica tanto como el contenido técnico en sí.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57016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7552" y="3694176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64208" y="3557016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Michelle Duque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3557016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visual del CV puede cambiar por completo la impresión que transmite la misma información.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489704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87552" y="4626864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7552" y="4626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64208" y="4489704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Edgardo Maxwell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4489704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Canva con VisualCV mostró lo estratégico que puede ser el proceso de búsqueda de empleo.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422392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F4F5FB"/>
          </a:solidFill>
          <a:ln/>
          <a:effectLst>
            <a:outerShdw sx="100000" sy="100000" kx="0" ky="0" algn="bl" rotWithShape="0" blurRad="152400" dist="38100" dir="5400000">
              <a:srgbClr val="1E2761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7552" y="5559552"/>
            <a:ext cx="502920" cy="502920"/>
          </a:xfrm>
          <a:prstGeom prst="ellipse">
            <a:avLst/>
          </a:prstGeom>
          <a:solidFill>
            <a:srgbClr val="C9992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7552" y="5559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664208" y="54223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Henríquez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5422392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personal se mantiene viva con actividad constante, no solo con un documento estático.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C9992C"/>
          </a:solidFill>
          <a:ln/>
        </p:spPr>
      </p:sp>
      <p:pic>
        <p:nvPicPr>
          <p:cNvPr id="3" name="Image 0" descr="/home/claude/icons/watermar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7744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931920" y="269748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3931920" y="37490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personal profesional en la era digital  ·  Sistemas Colaborativos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2026-09-22T23:34:55Z</dcterms:created>
  <dcterms:modified xsi:type="dcterms:W3CDTF">2026-09-22T23:34:55Z</dcterms:modified>
</cp:coreProperties>
</file>